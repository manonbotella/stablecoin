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STABLECOINS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LES BANQUES FRANÇAISES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Enjeux, Mécanismes, Réglementation &amp; Positionnement Stratégique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Définition &amp; Mécanismes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47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Contexte France &amp; Réglementation MiCA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31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Rôle dans les Banques Françaises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153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Détail des 5 Grandes Banques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Positionnement de la BCE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47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Risques &amp; Enjeux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831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France vs États-Unis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2 Finance  |  Finance Digitale  |  2026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DÉFINITION DU STABLECOIN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stablecoin est un cryptoactif dont l'objectif est de maintenir un prix (quasi) fixe, indexé sur un actif de référence — le plus souvent une monnaie fiduciaire (USD, EUR) — tout en conservant les propriétés de la blockchain (programmabilité, transfert 24/7, coût réduit).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20116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8912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Fiat-Backed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en USD/EUR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USDT, USDC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87168" y="2148840"/>
            <a:ext cx="2011680" cy="13258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603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87168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Crypto-Backed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487168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Sur-collatéralisé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(ETH/wBTC)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08576" y="2148840"/>
            <a:ext cx="2011680" cy="132588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8172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08576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Commodity-Backed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08576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Adossé à l'or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9984" y="2148840"/>
            <a:ext cx="2011680" cy="132588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03136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29984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Algorithmique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29984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programmable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TerraUSD (échec)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Md$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0080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Capitalisation totale 2025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&gt;33 000 Md$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743200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annuelles 2025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&gt;90%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4846320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Adossés au dollar USD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4944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×10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949440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depuis 2020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MÉCANISMES DE MAINTIEN DE LA PARITÉ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Fonctionnement d'un Stablecoin Fiat-Backed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" y="1389888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1993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Dépôt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2249424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dépose 100€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252728" y="1636776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36776" y="1389888"/>
            <a:ext cx="548640" cy="5486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80744" y="1993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Réserve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80744" y="2249424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T-Bills sûrs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13432" y="1636776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97480" y="138988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9748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441448" y="1993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Émission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41448" y="2249424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créés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74136" y="1636776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58184" y="1389888"/>
            <a:ext cx="548640" cy="5486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58184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502152" y="1993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Circulation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502152" y="2249424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34840" y="1636776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18888" y="138988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18888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62856" y="199339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Rachat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62856" y="2249424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100€ rendu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2999232"/>
            <a:ext cx="50292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65760" y="3063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MÉCANISME D'ARBITRAGE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340156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&gt; 1$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Émettre → Vendre → Offre ↑ → Prix ↓ vers 1$
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&lt; 1$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Acheter bon marché → Rembourser → Offre ↓ → Prix ↑ vers 1$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0" y="914400"/>
            <a:ext cx="31089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669280" y="9509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Collatéral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669280" y="12984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Fiat / Crypto / Or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669280" y="1828800"/>
            <a:ext cx="310896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669280" y="18653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Ajustement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66928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 + Rachat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669280" y="2743200"/>
            <a:ext cx="3108960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669280" y="27797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669280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Émission / Burn auto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669280" y="3703320"/>
            <a:ext cx="3108960" cy="7772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66928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Algorithmique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669280" y="4041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sans réserves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TerraUSD 2022 (-99%)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CONTEXTE FRANCE &amp; RÉGLEMENTATION MICA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52120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9875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MiCA — Markets in Crypto-Assets Regulation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réglementation mondiale complète sur les crypto-actifs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256032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6576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Asset-Referenced Token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651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Adossé à panier d'actifs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Fonds propres 2-3%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diversifiées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08960" y="1874520"/>
            <a:ext cx="25603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089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10896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Money Token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08960" y="2651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Adossé 1:1 à monnaie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remboursement à la par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liquides sûres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611880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" y="3611880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760" y="3611880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3611880"/>
            <a:ext cx="0" cy="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3547872"/>
            <a:ext cx="521208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5935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Obligations clés MiCA pour les émetteurs 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877056"/>
            <a:ext cx="5029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100% actifs haute qualité (cash BCE, T-Bills &lt; 3 mois)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Interdiction de versement d'intérêts aux détenteurs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mensuels obligatoires + ségrégation des réserves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Rachat instantané à la valeur nominale garanti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760720" y="960120"/>
            <a:ext cx="3017520" cy="388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1024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CALENDRIER MICA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89320" y="1536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9904" y="1737360"/>
            <a:ext cx="0" cy="5669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1499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juin 2024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09360" y="1737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ART/EMT applicables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89320" y="23591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89904" y="2560320"/>
            <a:ext cx="0" cy="5669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232257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déc. 2024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309360" y="2560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Régime CASP en vigueur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89320" y="3182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89904" y="3383280"/>
            <a:ext cx="0" cy="5669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31455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 déc. 2025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30936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vers agrément MiCA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989320" y="40050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89904" y="4206240"/>
            <a:ext cx="0" cy="5669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39684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1er juil. 2026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309360" y="4206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Seuls acteurs MiCA opèrent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" y="4828032"/>
            <a:ext cx="25146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" y="48280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AMF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063240" y="4828032"/>
            <a:ext cx="25146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063240" y="48280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ACPR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RÔLE DANS LES BANQUES FRANÇAISES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05840"/>
            <a:ext cx="2743200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Règlement d'Actifs Tokenisés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11480" y="162763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Obligations, actions tokenisées réglées on-chain via stablecoins bancaires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1005840"/>
            <a:ext cx="2743200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972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86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Paiements Cross-Border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337560" y="162763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Transferts instantanés 24/7, coûts réduits vs SWIFT pour entreprises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72200" y="1005840"/>
            <a:ext cx="2743200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Collatéral en DeFi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263640" y="162763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Prêts, emprunts, pools de liquidité pour clients institutionnels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20040" y="2971800"/>
            <a:ext cx="2743200" cy="1783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632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Management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11480" y="3593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Trésorerie tokenisée, money market on-chain, rendement programmable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246120" y="2971800"/>
            <a:ext cx="2743200" cy="17830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06324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Conservation (Custody)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3337560" y="3593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CACEIS, SG-FORGE conservent stablecoins pour fonds et institutionnels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172200" y="2971800"/>
            <a:ext cx="2743200" cy="1783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063240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1228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Émission de Stablecoins €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263640" y="3593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EURCV (SG), USDCV, Qivalis (BNP) — stablecoins bancaires MiCA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Aujourd'hui : usages essentiellement B2B / institutionnels  —  Le grand public utilise surtout USDT/USDC via plateformes crypto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DÉTAIL DES 5 GRANDES BANQUES FRANÇAISES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627632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153619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LEADER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Société Générale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CASP AMF + EMT MiCA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EURCV + USDCV (SG-FORGE)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stablecoin français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 conforme dès juil. 2024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 : règlement, trésorerie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7947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4023360"/>
            <a:ext cx="144475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23360"/>
            <a:ext cx="137251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22452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1005840"/>
            <a:ext cx="1627632" cy="3931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1078992"/>
            <a:ext cx="153619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0789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EN COURS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14264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BNP Paribas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192024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Consortium Qivalis (DNB)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22677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 Euro H2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03120" y="269748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10 banques européennes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bancaire réglementé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paiements B2B/tokenisation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37947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48840" y="4023360"/>
            <a:ext cx="144475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4023360"/>
            <a:ext cx="939089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22452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005840"/>
            <a:ext cx="1627632" cy="393192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1078992"/>
            <a:ext cx="153619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0789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CUSTODY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94760" y="14264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Crédit Agricole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192024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1er CASP MiCA France (2025)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22677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Conservation stablecoins inst.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0" y="269748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CACEIS : custody institutionnel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d'émission propre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infrastructure (Lise)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94760" y="37947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Maturité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86200" y="4023360"/>
            <a:ext cx="144475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023360"/>
            <a:ext cx="72237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22452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1005840"/>
            <a:ext cx="1627632" cy="3931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1078992"/>
            <a:ext cx="15361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10789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⏳ PRÉPARÉ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14264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192024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CASP (Natixis)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22677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Tokenisation fonds monétaires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77840" y="269748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Hexarq : offre crypto retail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clients potentiels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Post-juin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32120" y="37947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Maturité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23560" y="4023360"/>
            <a:ext cx="144475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23560" y="4023360"/>
            <a:ext cx="505663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422452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69480" y="1005840"/>
            <a:ext cx="1627632" cy="3931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15200" y="1078992"/>
            <a:ext cx="1536192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107899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👁 OBSERVATION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69480" y="1426464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Banque Postale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192024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agrément public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15200" y="226771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MNBC vs stablecoins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15200" y="269748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 inclusion bancaire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Risque-réputation faible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wholesale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69480" y="379476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Maturité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360920" y="4023360"/>
            <a:ext cx="1444752" cy="164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4023360"/>
            <a:ext cx="144475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422452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— POSITIONNEMENT DE LA BCE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32688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32688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969264"/>
            <a:ext cx="8092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"Une adoption massive des stablecoins, particulièrement non libellés en euro, poserait des risques majeurs pour la souveraineté monétaire et la stabilité financière de la zone euro."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15727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 — Mars 2026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27432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920240"/>
            <a:ext cx="2743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93852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1938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RISQUE : Dollarisation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450592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+1% stablecoins = -0,5% dépôts bancaires eurozone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Affaiblit la transmission de la politique monétaire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2030 : 4 000 Md€ → impact crédit -2/3% PIB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1920240"/>
            <a:ext cx="27432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92024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93852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703320" y="1938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RÉPONSE : MiCA + €-Numérique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83280" y="2450592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 validé mais insuffisant selon la BCE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numérique : phase pilote 2027 / retail 2029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Souverain, sans risque, complémentaire des banques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1920240"/>
            <a:ext cx="27432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17920" y="19202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193852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629400" y="1938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CONSÉQUENCE FR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09360" y="2450592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 pousse vers EMT en euro (pas USD)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Favorise SG-FORGE, Qivalis vs pure-players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BCE/overnight obligatoires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Octobre 2025 : Le Conseil des gouverneurs de la BCE a validé le passage à l'étape suivante du projet d'euro numérique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— RISQUES &amp; ENJEUX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05840"/>
            <a:ext cx="5120640" cy="71323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RISQUE DE RÉSERVE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060704"/>
            <a:ext cx="10058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0607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ÉLEVÉ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13441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Réserves insuffisantes → bank run numérique → perte de parité (break the peg)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801368"/>
            <a:ext cx="51206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RISQUE DE LIQUIDITÉ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856232"/>
            <a:ext cx="10058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18562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ÉLEVÉ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213969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Rachats massifs → vente forcée T-Bills → stress sur money markets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596896"/>
            <a:ext cx="5120640" cy="7132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2642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DÉSINTERMÉDIATION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43400" y="2651760"/>
            <a:ext cx="10058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265176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MOYEN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" y="293522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dépôts → stablecoins → baisse capacité de crédit bancaire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3392424"/>
            <a:ext cx="5120640" cy="7132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1480" y="3438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RISQUE CYBER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43400" y="3447288"/>
            <a:ext cx="100584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43400" y="34472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MOYEN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373075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contracts, oracles, wallets — hack = contagion systémique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4187952"/>
            <a:ext cx="5120640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11480" y="4233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RISQUE RÉGLEMENTAIRE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343400" y="4242816"/>
            <a:ext cx="10058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42428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FAIBLE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5262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Non-conformité MiCA → amendes 5% CA, retrait agrément CASP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669280" y="1005840"/>
            <a:ext cx="3154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10058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AVANTAGES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669280" y="146304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42432" y="153619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42432" y="1536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53328" y="149961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Règlement 24/7 instantané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669280" y="201168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42432" y="208483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42432" y="2084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053328" y="204825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cross-border réduits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669280" y="256032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742432" y="263347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42432" y="26334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053328" y="25968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Programmabilité &amp; DeFi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669280" y="310896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42432" y="318211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742432" y="31821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053328" y="314553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Collatéral d'actifs tokenisés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669280" y="365760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742432" y="373075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42432" y="3730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053328" y="369417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blockchain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669280" y="4206240"/>
            <a:ext cx="3154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42432" y="427939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742432" y="42793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053328" y="424281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services bancaires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— FRANCE / UE vs ÉTATS-UNIS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06040" y="914400"/>
            <a:ext cx="292608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06040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🇪🇺 France / Union Européenne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914400"/>
            <a:ext cx="301752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914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🇺🇸 États-Unis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536192"/>
            <a:ext cx="214884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53619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Réglementation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1536192"/>
            <a:ext cx="292608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97480" y="157276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 — cadre unique complet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EMT/ART, réserves 100%, audits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0" y="1536192"/>
            <a:ext cx="30175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5727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Fragmentée : SEC, CFTC, Fed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loi fédérale unique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194560"/>
            <a:ext cx="214884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19456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Approche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06040" y="2194560"/>
            <a:ext cx="2926080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223113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Régulation AVANT l'innovation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consommateurs &amp; stabilité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0" y="2194560"/>
            <a:ext cx="3017520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23113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PRIORITAIRE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progressive et flexible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2852928"/>
            <a:ext cx="214884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85292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Stablecoins dominants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606040" y="2852928"/>
            <a:ext cx="292608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97480" y="288950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EURCV (SG-FORGE), Qivalis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encore minoritaire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2852928"/>
            <a:ext cx="301752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288950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 (184 Md$), USDC (75 Md$)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+90% du marché mondial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3511296"/>
            <a:ext cx="214884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51129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stratégique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606040" y="3511296"/>
            <a:ext cx="29260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97480" y="354787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Souveraineté monétaire européenne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numérique comme contre-offre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15000" y="3511296"/>
            <a:ext cx="301752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54787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Dollarisation numérique = soft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renforcent le $ mondial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69664"/>
            <a:ext cx="2148840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416966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Banques impliquées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606040" y="4169664"/>
            <a:ext cx="2926080" cy="5669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7480" y="420624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SG-FORGE leader, BNP Consortium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CACEIS custody institutionnel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15000" y="4169664"/>
            <a:ext cx="3017520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06440" y="420624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JPMorgan (JPM Coin)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Blockchains privées interbancaires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0040" y="4828032"/>
            <a:ext cx="841248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004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 géopolitique clé : les stablecoins USD étendent l'hégémonie du dollar sans SWIFT — l'Europe riposte via MiCA + euro numérique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— ENJEUX DES STABLECOINS POUR LES BANQUES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315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MENACES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444752"/>
            <a:ext cx="4069080" cy="10058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14996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Fuite des Dépôts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79222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Dépôts → stablecoins → réduction de la capacité de crédit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-0,5% dépôts par +1% stablecoins (BCE 2026)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542032"/>
            <a:ext cx="4069080" cy="1005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25968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Concurrence Paiements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88950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: instantané, 24/7, moins cher vs SWIFT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Menace directe sur les revenus de paiements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639312"/>
            <a:ext cx="4069080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1480" y="36941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Désintermédiation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39867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Fintechs crypto émettent sans licence bancaire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 sur cash management &amp; liquidité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OPPORTUNITÉS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1444752"/>
            <a:ext cx="4069080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6320" y="14996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Tokenisation d'Actifs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179222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 = monnaie de règlement pour obligations et fonds tokenisés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revenu CIB (+20% SG)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2542032"/>
            <a:ext cx="406908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46320" y="259689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Nouveaux Services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46320" y="288950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Custody, émission EMT, cash management on-chain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institutionnels et corporate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54880" y="3639312"/>
            <a:ext cx="40690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46320" y="369417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Avantage MiCA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39867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bancaire = fast-track agrément MiCA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Barrière à l'entrée vs pure-players crypto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VERDICT : Double tranchant — Les banques françaises gagnent si l'EMT euro scale, perdent si USDT/USDC dominent l'économie numérique européenne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5065776"/>
            <a:ext cx="8942832" cy="777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stablecoins, moteur silencieux de la finance numérique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26464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marché de 300 Md$ en croissance exponentielle (×10 en 5 ans), dominé à +90% par le dollar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12264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MiCA crée un avantage décisif pour les banques françaises (SG-FORGE, BNP, CA) face aux pure-players crypto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BCE impose la priorité à l'euro numérique et aux EMT en euros — souveraineté avant tout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29000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83864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enjeu : opportunité de tokenisation et de nouveaux services vs menace sur les dépôts et paiements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69664"/>
            <a:ext cx="7909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vs USA : régulation vs innovation — deux visions stratégiques qui structurent le paysage mondial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Stablecoins et les Banques Françaises</dc:title>
  <dc:subject>PptxGenJS Presentation</dc:subject>
  <dc:creator>PptxGenJS</dc:creator>
  <cp:lastModifiedBy>PptxGenJS</cp:lastModifiedBy>
  <cp:revision>1</cp:revision>
  <dcterms:created xsi:type="dcterms:W3CDTF">2026-03-16T13:25:41Z</dcterms:created>
  <dcterms:modified xsi:type="dcterms:W3CDTF">2026-03-16T13:25:41Z</dcterms:modified>
</cp:coreProperties>
</file>